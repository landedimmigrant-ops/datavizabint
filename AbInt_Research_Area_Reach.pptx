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Area Reach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touching each area (primary 1° + secondary 2° assignments)  ·  AbInt Phase 2  ·  n=36 projects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0"/>
          </a:xfrm>
          <a:prstGeom prst="line">
            <a:avLst/>
          </a:prstGeom>
          <a:noFill/>
          <a:ln w="12700">
            <a:solidFill>
              <a:srgbClr val="1E2A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87552"/>
            <a:ext cx="1581912" cy="3995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87552"/>
            <a:ext cx="1581912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8912" y="1389888"/>
            <a:ext cx="1399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1362456" cy="0"/>
          </a:xfrm>
          <a:prstGeom prst="line">
            <a:avLst/>
          </a:prstGeom>
          <a:noFill/>
          <a:ln w="9525">
            <a:solidFill>
              <a:srgbClr val="1E2A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78608"/>
            <a:ext cx="621792" cy="237744"/>
          </a:xfrm>
          <a:prstGeom prst="rect">
            <a:avLst/>
          </a:prstGeom>
          <a:solidFill>
            <a:srgbClr val="A78BFA">
              <a:alpha val="18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7860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primary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115568" y="2578608"/>
            <a:ext cx="621792" cy="237744"/>
          </a:xfrm>
          <a:prstGeom prst="rect">
            <a:avLst/>
          </a:prstGeom>
          <a:solidFill>
            <a:srgbClr val="1E2A3D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257860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secondary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1362456" cy="0"/>
          </a:xfrm>
          <a:prstGeom prst="line">
            <a:avLst/>
          </a:prstGeom>
          <a:noFill/>
          <a:ln w="9525">
            <a:solidFill>
              <a:srgbClr val="1E2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99232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PROJECTS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57200" y="321868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Sylvestre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502152"/>
            <a:ext cx="1362456" cy="0"/>
          </a:xfrm>
          <a:prstGeom prst="line">
            <a:avLst/>
          </a:prstGeom>
          <a:noFill/>
          <a:ln w="6350">
            <a:solidFill>
              <a:srgbClr val="1E2A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0215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Herman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785616"/>
            <a:ext cx="1362456" cy="0"/>
          </a:xfrm>
          <a:prstGeom prst="line">
            <a:avLst/>
          </a:prstGeom>
          <a:noFill/>
          <a:ln w="6350">
            <a:solidFill>
              <a:srgbClr val="1E2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85616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Healy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1362456" cy="0"/>
          </a:xfrm>
          <a:prstGeom prst="line">
            <a:avLst/>
          </a:prstGeom>
          <a:noFill/>
          <a:ln w="6350">
            <a:solidFill>
              <a:srgbClr val="1E2A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69080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Diamond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4507992"/>
            <a:ext cx="1581912" cy="475488"/>
          </a:xfrm>
          <a:prstGeom prst="rect">
            <a:avLst/>
          </a:prstGeom>
          <a:solidFill>
            <a:srgbClr val="0D1520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07992"/>
            <a:ext cx="1362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7.02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 avg alignment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057400" y="987552"/>
            <a:ext cx="1581912" cy="3995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57400" y="987552"/>
            <a:ext cx="1581912" cy="5029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67128" y="111556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148840" y="1389888"/>
            <a:ext cx="1399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200" dirty="0"/>
          </a:p>
        </p:txBody>
      </p:sp>
      <p:sp>
        <p:nvSpPr>
          <p:cNvPr id="31" name="Text 29"/>
          <p:cNvSpPr/>
          <p:nvPr/>
        </p:nvSpPr>
        <p:spPr>
          <a:xfrm>
            <a:off x="2167128" y="2212848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167128" y="2468880"/>
            <a:ext cx="1362456" cy="0"/>
          </a:xfrm>
          <a:prstGeom prst="line">
            <a:avLst/>
          </a:prstGeom>
          <a:noFill/>
          <a:ln w="9525">
            <a:solidFill>
              <a:srgbClr val="1E2A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67128" y="2578608"/>
            <a:ext cx="621792" cy="237744"/>
          </a:xfrm>
          <a:prstGeom prst="rect">
            <a:avLst/>
          </a:prstGeom>
          <a:solidFill>
            <a:srgbClr val="FACC15">
              <a:alpha val="18000"/>
            </a:srgbClr>
          </a:solidFill>
          <a:ln w="9525">
            <a:solidFill>
              <a:srgbClr val="FACC1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67128" y="257860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primary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825496" y="2578608"/>
            <a:ext cx="621792" cy="237744"/>
          </a:xfrm>
          <a:prstGeom prst="rect">
            <a:avLst/>
          </a:prstGeom>
          <a:solidFill>
            <a:srgbClr val="1E2A3D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25496" y="257860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secondary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167128" y="2926080"/>
            <a:ext cx="1362456" cy="0"/>
          </a:xfrm>
          <a:prstGeom prst="line">
            <a:avLst/>
          </a:prstGeom>
          <a:noFill/>
          <a:ln w="9525">
            <a:solidFill>
              <a:srgbClr val="1E2A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67128" y="2999232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PROJECTS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167128" y="321868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Rice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167128" y="3502152"/>
            <a:ext cx="1362456" cy="0"/>
          </a:xfrm>
          <a:prstGeom prst="line">
            <a:avLst/>
          </a:prstGeom>
          <a:noFill/>
          <a:ln w="6350">
            <a:solidFill>
              <a:srgbClr val="1E2A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67128" y="350215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Srikanth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167128" y="3785616"/>
            <a:ext cx="1362456" cy="0"/>
          </a:xfrm>
          <a:prstGeom prst="line">
            <a:avLst/>
          </a:prstGeom>
          <a:noFill/>
          <a:ln w="6350">
            <a:solidFill>
              <a:srgbClr val="1E2A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67128" y="3785616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Clark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167128" y="4069080"/>
            <a:ext cx="1362456" cy="0"/>
          </a:xfrm>
          <a:prstGeom prst="line">
            <a:avLst/>
          </a:prstGeom>
          <a:noFill/>
          <a:ln w="6350">
            <a:solidFill>
              <a:srgbClr val="1E2A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67128" y="4069080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Ma'ema'e Matsumoto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057400" y="4507992"/>
            <a:ext cx="1581912" cy="475488"/>
          </a:xfrm>
          <a:prstGeom prst="rect">
            <a:avLst/>
          </a:prstGeom>
          <a:solidFill>
            <a:srgbClr val="0D1520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67128" y="4507992"/>
            <a:ext cx="1362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7.08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 avg alignment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767328" y="987552"/>
            <a:ext cx="1581912" cy="3995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767328" y="987552"/>
            <a:ext cx="1581912" cy="502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77056" y="111556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858768" y="1389888"/>
            <a:ext cx="1399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0" dirty="0"/>
          </a:p>
        </p:txBody>
      </p:sp>
      <p:sp>
        <p:nvSpPr>
          <p:cNvPr id="52" name="Text 50"/>
          <p:cNvSpPr/>
          <p:nvPr/>
        </p:nvSpPr>
        <p:spPr>
          <a:xfrm>
            <a:off x="3877056" y="2212848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877056" y="2468880"/>
            <a:ext cx="1362456" cy="0"/>
          </a:xfrm>
          <a:prstGeom prst="line">
            <a:avLst/>
          </a:prstGeom>
          <a:noFill/>
          <a:ln w="9525">
            <a:solidFill>
              <a:srgbClr val="1E2A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877056" y="2578608"/>
            <a:ext cx="621792" cy="237744"/>
          </a:xfrm>
          <a:prstGeom prst="rect">
            <a:avLst/>
          </a:prstGeom>
          <a:solidFill>
            <a:srgbClr val="60A5FA">
              <a:alpha val="18000"/>
            </a:srgbClr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77056" y="257860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primary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535424" y="2578608"/>
            <a:ext cx="621792" cy="237744"/>
          </a:xfrm>
          <a:prstGeom prst="rect">
            <a:avLst/>
          </a:prstGeom>
          <a:solidFill>
            <a:srgbClr val="1E2A3D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35424" y="257860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secondary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877056" y="2926080"/>
            <a:ext cx="1362456" cy="0"/>
          </a:xfrm>
          <a:prstGeom prst="line">
            <a:avLst/>
          </a:prstGeom>
          <a:noFill/>
          <a:ln w="9525">
            <a:solidFill>
              <a:srgbClr val="1E2A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77056" y="2999232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PROJECTS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877056" y="321868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Jones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877056" y="3502152"/>
            <a:ext cx="1362456" cy="0"/>
          </a:xfrm>
          <a:prstGeom prst="line">
            <a:avLst/>
          </a:prstGeom>
          <a:noFill/>
          <a:ln w="6350">
            <a:solidFill>
              <a:srgbClr val="1E2A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77056" y="350215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Fire AI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877056" y="3785616"/>
            <a:ext cx="1362456" cy="0"/>
          </a:xfrm>
          <a:prstGeom prst="line">
            <a:avLst/>
          </a:prstGeom>
          <a:noFill/>
          <a:ln w="6350">
            <a:solidFill>
              <a:srgbClr val="1E2A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77056" y="3785616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Drum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877056" y="4069080"/>
            <a:ext cx="1362456" cy="0"/>
          </a:xfrm>
          <a:prstGeom prst="line">
            <a:avLst/>
          </a:prstGeom>
          <a:noFill/>
          <a:ln w="6350">
            <a:solidFill>
              <a:srgbClr val="1E2A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77056" y="4069080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Hiringa Te Mahara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767328" y="4507992"/>
            <a:ext cx="1581912" cy="475488"/>
          </a:xfrm>
          <a:prstGeom prst="rect">
            <a:avLst/>
          </a:prstGeom>
          <a:solidFill>
            <a:srgbClr val="0D1520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877056" y="4507992"/>
            <a:ext cx="1362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7.85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 avg alignment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477256" y="987552"/>
            <a:ext cx="1581912" cy="3995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5477256" y="987552"/>
            <a:ext cx="1581912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86984" y="111556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SOCIO-NEURO AI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568696" y="1389888"/>
            <a:ext cx="1399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0" dirty="0"/>
          </a:p>
        </p:txBody>
      </p:sp>
      <p:sp>
        <p:nvSpPr>
          <p:cNvPr id="73" name="Text 71"/>
          <p:cNvSpPr/>
          <p:nvPr/>
        </p:nvSpPr>
        <p:spPr>
          <a:xfrm>
            <a:off x="5586984" y="2212848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586984" y="2468880"/>
            <a:ext cx="1362456" cy="0"/>
          </a:xfrm>
          <a:prstGeom prst="line">
            <a:avLst/>
          </a:prstGeom>
          <a:noFill/>
          <a:ln w="9525">
            <a:solidFill>
              <a:srgbClr val="1E2A3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586984" y="2578608"/>
            <a:ext cx="621792" cy="237744"/>
          </a:xfrm>
          <a:prstGeom prst="rect">
            <a:avLst/>
          </a:prstGeom>
          <a:solidFill>
            <a:srgbClr val="F97316">
              <a:alpha val="18000"/>
            </a:srgbClr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586984" y="257860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primary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245352" y="2578608"/>
            <a:ext cx="621792" cy="237744"/>
          </a:xfrm>
          <a:prstGeom prst="rect">
            <a:avLst/>
          </a:prstGeom>
          <a:solidFill>
            <a:srgbClr val="1E2A3D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45352" y="257860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secondary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586984" y="2926080"/>
            <a:ext cx="1362456" cy="0"/>
          </a:xfrm>
          <a:prstGeom prst="line">
            <a:avLst/>
          </a:prstGeom>
          <a:noFill/>
          <a:ln w="9525">
            <a:solidFill>
              <a:srgbClr val="1E2A3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586984" y="2999232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PROJECTS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5586984" y="321868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Cheung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586984" y="3502152"/>
            <a:ext cx="1362456" cy="0"/>
          </a:xfrm>
          <a:prstGeom prst="line">
            <a:avLst/>
          </a:prstGeom>
          <a:noFill/>
          <a:ln w="6350">
            <a:solidFill>
              <a:srgbClr val="1E2A3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586984" y="350215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Bellemare-Pepin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586984" y="3785616"/>
            <a:ext cx="1362456" cy="0"/>
          </a:xfrm>
          <a:prstGeom prst="line">
            <a:avLst/>
          </a:prstGeom>
          <a:noFill/>
          <a:ln w="6350">
            <a:solidFill>
              <a:srgbClr val="1E2A3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586984" y="3785616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Muller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586984" y="4069080"/>
            <a:ext cx="1362456" cy="0"/>
          </a:xfrm>
          <a:prstGeom prst="line">
            <a:avLst/>
          </a:prstGeom>
          <a:noFill/>
          <a:ln w="6350">
            <a:solidFill>
              <a:srgbClr val="1E2A3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586984" y="4069080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Leatherby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5477256" y="4507992"/>
            <a:ext cx="1581912" cy="475488"/>
          </a:xfrm>
          <a:prstGeom prst="rect">
            <a:avLst/>
          </a:prstGeom>
          <a:solidFill>
            <a:srgbClr val="0D1520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586984" y="4507992"/>
            <a:ext cx="1362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 avg alignment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7187184" y="987552"/>
            <a:ext cx="1581912" cy="3995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7187184" y="987552"/>
            <a:ext cx="1581912" cy="502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296912" y="111556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STEWARDSHIP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7278624" y="1389888"/>
            <a:ext cx="1399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0" dirty="0"/>
          </a:p>
        </p:txBody>
      </p:sp>
      <p:sp>
        <p:nvSpPr>
          <p:cNvPr id="94" name="Text 92"/>
          <p:cNvSpPr/>
          <p:nvPr/>
        </p:nvSpPr>
        <p:spPr>
          <a:xfrm>
            <a:off x="7296912" y="2212848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7296912" y="2468880"/>
            <a:ext cx="1362456" cy="0"/>
          </a:xfrm>
          <a:prstGeom prst="line">
            <a:avLst/>
          </a:prstGeom>
          <a:noFill/>
          <a:ln w="9525">
            <a:solidFill>
              <a:srgbClr val="1E2A3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296912" y="2578608"/>
            <a:ext cx="621792" cy="237744"/>
          </a:xfrm>
          <a:prstGeom prst="rect">
            <a:avLst/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296912" y="257860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primary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7296912" y="2926080"/>
            <a:ext cx="1362456" cy="0"/>
          </a:xfrm>
          <a:prstGeom prst="line">
            <a:avLst/>
          </a:prstGeom>
          <a:noFill/>
          <a:ln w="9525">
            <a:solidFill>
              <a:srgbClr val="1E2A3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296912" y="2999232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PROJECTS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7296912" y="321868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Cordes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7296912" y="3502152"/>
            <a:ext cx="1362456" cy="0"/>
          </a:xfrm>
          <a:prstGeom prst="line">
            <a:avLst/>
          </a:prstGeom>
          <a:noFill/>
          <a:ln w="6350">
            <a:solidFill>
              <a:srgbClr val="1E2A3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296912" y="350215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Fox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7296912" y="3785616"/>
            <a:ext cx="1362456" cy="0"/>
          </a:xfrm>
          <a:prstGeom prst="line">
            <a:avLst/>
          </a:prstGeom>
          <a:noFill/>
          <a:ln w="6350">
            <a:solidFill>
              <a:srgbClr val="1E2A3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296912" y="3785616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Ubalijoro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7296912" y="4069080"/>
            <a:ext cx="1362456" cy="0"/>
          </a:xfrm>
          <a:prstGeom prst="line">
            <a:avLst/>
          </a:prstGeom>
          <a:noFill/>
          <a:ln w="6350">
            <a:solidFill>
              <a:srgbClr val="1E2A3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296912" y="4069080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Abundant Soils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7187184" y="4507992"/>
            <a:ext cx="1581912" cy="475488"/>
          </a:xfrm>
          <a:prstGeom prst="rect">
            <a:avLst/>
          </a:prstGeom>
          <a:solidFill>
            <a:srgbClr val="0D1520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296912" y="4507992"/>
            <a:ext cx="1362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7.88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 avg alignment</a:t>
            </a:r>
            <a:endParaRPr lang="en-US" sz="1400" dirty="0"/>
          </a:p>
        </p:txBody>
      </p:sp>
      <p:sp>
        <p:nvSpPr>
          <p:cNvPr id="109" name="Text 107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AbInt Phase 2 Evaluation Forms (59 evaluations, 6 reviewers)  ·  Areas reflect both primary and secondary designations from Research Dashboard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2026-03-24T15:01:18Z</dcterms:created>
  <dcterms:modified xsi:type="dcterms:W3CDTF">2026-03-24T15:01:18Z</dcterms:modified>
</cp:coreProperties>
</file>